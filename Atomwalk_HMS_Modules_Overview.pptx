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12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39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- Modules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4415" cy="18288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1368735" cy="548640"/>
          </a:xfrm>
          <a:prstGeom prst="rect">
            <a:avLst/>
          </a:prstGeom>
          <a:solidFill>
            <a:srgbClr val="E4EF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 &amp; Identity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setup, walk-in and self-registration, unique patient 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and front-desk booking with live time slots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11368735" cy="548640"/>
          </a:xfrm>
          <a:prstGeom prst="rect">
            <a:avLst/>
          </a:prstGeom>
          <a:solidFill>
            <a:srgbClr val="E4EF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Queue Management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across doctor, nurse, front-desk and admin screens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&amp; Nurse Monitoring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capture, range flagging and post-consultation follow-up tracking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11368735" cy="548640"/>
          </a:xfrm>
          <a:prstGeom prst="rect">
            <a:avLst/>
          </a:prstGeom>
          <a:solidFill>
            <a:srgbClr val="E4EFE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Consultation (EHR + AI Voice Dictation)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consultation workspace with voice-assisted notes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Prescriptions, Lab &amp; Pharmacy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prescriptions, lab test ordering/reporting and pharmacy dispensing — all linked to the visit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4480560"/>
            <a:ext cx="11368735" cy="548640"/>
          </a:xfrm>
          <a:prstGeom prst="rect">
            <a:avLst/>
          </a:prstGeom>
          <a:solidFill>
            <a:srgbClr val="E4EFE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prescriptions, lab reports, vaccination tracking, growth charts and a family health timeline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Admin, Billing &amp; Multi-Branch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branches, invoicing and payments, and a hospital-wide dashboard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5577840"/>
            <a:ext cx="11368735" cy="548640"/>
          </a:xfrm>
          <a:prstGeom prst="rect">
            <a:avLst/>
          </a:prstGeom>
          <a:solidFill>
            <a:srgbClr val="E4EFE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&amp; Access Control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onboarding, subscription tracking, and configurable roles across 8 login types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Features (1 of 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4415" cy="18288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1161288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 &amp; Identity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72184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 — one isolated database per hospital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walk-in registration, plus patient self-registration through the portal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platform-wide Patient ID (AWPID) and a per-hospital UHID for every patient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identity linking across hospitals when the same mobile number registers again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" y="2953512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35224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64408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booking: choose hospital, doctor and a live 15-minute time slot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can book the same way for walk-in patients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Already-booked and past time slots are automatically blocked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includes a token number for the visit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" y="4745736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274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Queue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056632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visible to doctor, nurse, front desk and hospital admin at the same time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counts: waiting, vitals done, in consultation, completed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ordered by priority and then token number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calls the next patient with one click — the queue updates instantly on every screen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Features (2 of 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4415" cy="18288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1161288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&amp; Nurse Monitoring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72184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records vitals: blood pressure, pulse, SpO2, temperature, weight, respiratory rate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Patient-monitoring view after the consult: tests ordered, medicines given, follow-ups due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outside the normal range are automatically flagged for quick doctor review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can add observation notes visible to the doctor before the consultation starts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" y="2953512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35224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Consultation (EHR + AI Voice Dictation)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64408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consultation workspace: SOAP notes, diagnosis, prescription, investigations, referral, advice &amp; follow-up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ICD-10 diagnosis search covering 36 common OPD conditions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dictation on every section — doctor speaks, system drafts the text, doctor reviews before saving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sign-off is timestamped and locked — no edits after signing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" y="4745736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274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Prescriptions, Lab &amp; Pharmacy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056632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prescription — drug, dose, frequency, duration and instructions — linked permanently to the consultation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tests ordered from the consultation; results delivered in-house or the patient can upload an outside report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stock tracking and dispensing against each prescription, with a pending-prescription queue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patient received — medicines and tests — stays visible in their own portal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Features (3 of 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4415" cy="18288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" y="1161288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72184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or log in, browse hospitals and doctors, and book an appointment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prescriptions, diagnoses, lab reports and full visit history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timeline with doctor-verified certificates, plus growth charts for children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for the whole family — link dependents and switch between them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" y="2953512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35224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Admin, Billing &amp; Multi-Branch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64408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staff, branches and hospital-wide settings; switch branches from a single admin login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showing patients today, a 14-day activity trend, and branch/doctor/staff counts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patients from a service catalog and record cash, card or UPI payments with tax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each hospital's own vaccination schedule for the pediatric portal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" y="4745736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274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&amp; Access Control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056632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new hospitals and track subscription status — trial, active, grace, frozen, suspended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platform-wide vaccination schedule template each hospital inherits from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distinct login types: platform admin, hospital admin, doctor, nurse, front desk, lab technician, pharmacist and patient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are configurable per role and enforced on the backend API, not just hidden in the interface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Care &amp; Vaccination Tracking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4415" cy="18288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" y="1161288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Timeline &amp; Certificates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72184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schedule built automatically from each hospital's configurable catalog and the child's exact age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can self-report certificates for vaccinations given outside the hospital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reviews and verifies every self-reported certificate before it counts as complete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and overdue vaccinations are flagged clearly on the schedule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" y="2953512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35224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Charts &amp; Family Accounts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64408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weight plotted over time on a growth chart designed for a pediatric audience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 login can hold multiple children, each with their own record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health timeline shows vaccinations, growth checks and visits together in one view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child's next vaccination appointment happens from the same family login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" y="4745736"/>
            <a:ext cx="45720" cy="1554480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274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Health Records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056632"/>
            <a:ext cx="10957255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child's vaccination and growth history is shared across hospitals in the Atomwalk network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follow the family even if they switch clinics or see a different pediatrician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at any network hospital can see verified vaccination history before the visit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repeat vaccinations and missed doses caused by fragmented paper records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We're Planning to Add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4415" cy="18288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1207008"/>
            <a:ext cx="45720" cy="1362456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536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patient care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522716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Drug-interaction and prescription safety checks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support for voice dictation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trend-ready lab results (not just PDF uploads) feeding directly into patient charts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tracking between specialists and hospitals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32424" y="1207008"/>
            <a:ext cx="45720" cy="1362456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9" name="Text 7"/>
          <p:cNvSpPr/>
          <p:nvPr/>
        </p:nvSpPr>
        <p:spPr>
          <a:xfrm>
            <a:off x="6278728" y="1188720"/>
            <a:ext cx="536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engagement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5888" y="1554480"/>
            <a:ext cx="522716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SMS, WhatsApp, push and email reminders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Doctor–patient messaging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(Android/iOS)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delivery of login credentials and OTP-based password reset for patients and staff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" y="3904488"/>
            <a:ext cx="45720" cy="1362456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536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522716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rostering — shift scheduling for nurses, front desk, lab and pharmacy (doctor appointment availability is already live)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display board for waiting rooms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 for non-pharmacy consumables and equipment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low-stock and expiry alerts for pharmacy inventory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2424" y="3904488"/>
            <a:ext cx="45720" cy="1563624"/>
          </a:xfrm>
          <a:prstGeom prst="rect">
            <a:avLst/>
          </a:prstGeom>
          <a:solidFill>
            <a:srgbClr val="1B5E43"/>
          </a:solidFill>
          <a:ln/>
        </p:spPr>
      </p:sp>
      <p:sp>
        <p:nvSpPr>
          <p:cNvPr id="15" name="Text 13"/>
          <p:cNvSpPr/>
          <p:nvPr/>
        </p:nvSpPr>
        <p:spPr>
          <a:xfrm>
            <a:off x="6278728" y="3886200"/>
            <a:ext cx="536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differentiators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5888" y="4251960"/>
            <a:ext cx="522716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check-in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ID linking and HL7/FHIR interoperability with external systems (cross-hospital record sharing already works within the Atomwalk network)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756</Words>
  <Application>Microsoft Office PowerPoint</Application>
  <PresentationFormat>Widescreen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Atomwalk Technologies</cp:lastModifiedBy>
  <cp:revision>3</cp:revision>
  <dcterms:created xsi:type="dcterms:W3CDTF">2026-08-03T08:51:52Z</dcterms:created>
  <dcterms:modified xsi:type="dcterms:W3CDTF">2026-08-03T09:01:09Z</dcterms:modified>
</cp:coreProperties>
</file>